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Handelson Two" charset="1" panose="00000100000000000000"/>
      <p:regular r:id="rId10"/>
    </p:embeddedFont>
    <p:embeddedFont>
      <p:font typeface="Canva Sans" charset="1" panose="020B0503030501040103"/>
      <p:regular r:id="rId11"/>
    </p:embeddedFont>
    <p:embeddedFont>
      <p:font typeface="Montserrat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1090" y="1028700"/>
            <a:ext cx="14365920" cy="9031648"/>
            <a:chOff x="0" y="0"/>
            <a:chExt cx="19154560" cy="12042198"/>
          </a:xfrm>
        </p:grpSpPr>
        <p:sp>
          <p:nvSpPr>
            <p:cNvPr name="TextBox 3" id="3"/>
            <p:cNvSpPr txBox="true"/>
            <p:nvPr/>
          </p:nvSpPr>
          <p:spPr>
            <a:xfrm rot="-571860">
              <a:off x="831808" y="6411950"/>
              <a:ext cx="18103275" cy="4160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247"/>
                </a:lnSpc>
              </a:pPr>
              <a:r>
                <a:rPr lang="en-US" sz="30495" spc="-914">
                  <a:solidFill>
                    <a:srgbClr val="15789A"/>
                  </a:solidFill>
                  <a:latin typeface="Handelson Two"/>
                  <a:ea typeface="Handelson Two"/>
                  <a:cs typeface="Handelson Two"/>
                  <a:sym typeface="Handelson Two"/>
                </a:rPr>
                <a:t>System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-571860">
              <a:off x="424969" y="2859764"/>
              <a:ext cx="18531734" cy="39347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984"/>
                </a:lnSpc>
              </a:pPr>
              <a:r>
                <a:rPr lang="en-US" sz="26130" spc="-783">
                  <a:solidFill>
                    <a:srgbClr val="F85001"/>
                  </a:solidFill>
                  <a:latin typeface="Handelson Two"/>
                  <a:ea typeface="Handelson Two"/>
                  <a:cs typeface="Handelson Two"/>
                  <a:sym typeface="Handelson Two"/>
                </a:rPr>
                <a:t>CAR RENTAL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7278" y="396866"/>
            <a:ext cx="5896601" cy="926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===== VEHICLE RENTAL SYSTEM =====</a:t>
            </a:r>
          </a:p>
          <a:p>
            <a:pPr algn="ctr">
              <a:lnSpc>
                <a:spcPts val="3502"/>
              </a:lnSpc>
            </a:pP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Rent Vehicle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Exit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choice: 1</a:t>
            </a:r>
          </a:p>
          <a:p>
            <a:pPr algn="ctr">
              <a:lnSpc>
                <a:spcPts val="3502"/>
              </a:lnSpc>
            </a:pP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customer name: Rahul</a:t>
            </a:r>
          </a:p>
          <a:p>
            <a:pPr algn="ctr">
              <a:lnSpc>
                <a:spcPts val="3502"/>
              </a:lnSpc>
            </a:pP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Vehicle: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Car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Bike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  <a:p>
            <a:pPr algn="ctr">
              <a:lnSpc>
                <a:spcPts val="3502"/>
              </a:lnSpc>
            </a:pP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number of days: 2</a:t>
            </a:r>
          </a:p>
          <a:p>
            <a:pPr algn="ctr">
              <a:lnSpc>
                <a:spcPts val="3502"/>
              </a:lnSpc>
            </a:pP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--- Bike Details ---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Vehicle: Sports Bike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per day: 800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Type: Bike</a:t>
            </a:r>
          </a:p>
          <a:p>
            <a:pPr algn="ctr">
              <a:lnSpc>
                <a:spcPts val="3502"/>
              </a:lnSpc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Customer: Rahul</a:t>
            </a:r>
          </a:p>
          <a:p>
            <a:pPr algn="ctr">
              <a:lnSpc>
                <a:spcPts val="3502"/>
              </a:lnSpc>
              <a:spcBef>
                <a:spcPct val="0"/>
              </a:spcBef>
            </a:pPr>
            <a:r>
              <a:rPr lang="en-US" sz="25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Rent: 1600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36379" y="415916"/>
            <a:ext cx="5699845" cy="90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===== VEHICLE RENTAL SYSTEM =====</a:t>
            </a:r>
          </a:p>
          <a:p>
            <a:pPr algn="ctr">
              <a:lnSpc>
                <a:spcPts val="3412"/>
              </a:lnSpc>
            </a:pP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Rent Vehicle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Exit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choice: 1</a:t>
            </a:r>
          </a:p>
          <a:p>
            <a:pPr algn="ctr">
              <a:lnSpc>
                <a:spcPts val="3412"/>
              </a:lnSpc>
            </a:pP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customer name: Rahul</a:t>
            </a:r>
          </a:p>
          <a:p>
            <a:pPr algn="ctr">
              <a:lnSpc>
                <a:spcPts val="3412"/>
              </a:lnSpc>
            </a:pP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Vehicle: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Car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Bike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  <a:p>
            <a:pPr algn="ctr">
              <a:lnSpc>
                <a:spcPts val="3412"/>
              </a:lnSpc>
            </a:pP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number of days: 2</a:t>
            </a:r>
          </a:p>
          <a:p>
            <a:pPr algn="ctr">
              <a:lnSpc>
                <a:spcPts val="3412"/>
              </a:lnSpc>
            </a:pP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--- Bike Details ---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Vehicle: Sports Bike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 per day: 800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Type: Bike</a:t>
            </a:r>
          </a:p>
          <a:p>
            <a:pPr algn="ctr">
              <a:lnSpc>
                <a:spcPts val="3412"/>
              </a:lnSpc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Customer: Rahul</a:t>
            </a:r>
          </a:p>
          <a:p>
            <a:pPr algn="ctr">
              <a:lnSpc>
                <a:spcPts val="3412"/>
              </a:lnSpc>
              <a:spcBef>
                <a:spcPct val="0"/>
              </a:spcBef>
            </a:pPr>
            <a:r>
              <a:rPr lang="en-US" sz="24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Rent: 1600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026" y="387341"/>
            <a:ext cx="2346004" cy="121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  <a:spcBef>
                <a:spcPct val="0"/>
              </a:spcBef>
            </a:pPr>
            <a:r>
              <a:rPr lang="en-US" sz="3520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Example output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17127" y="387341"/>
            <a:ext cx="2346004" cy="121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  <a:spcBef>
                <a:spcPct val="0"/>
              </a:spcBef>
            </a:pPr>
            <a:r>
              <a:rPr lang="en-US" sz="3520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Example output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6796" y="3249823"/>
            <a:ext cx="4582734" cy="5271746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33787" y="0"/>
                  </a:moveTo>
                  <a:lnTo>
                    <a:pt x="1401156" y="0"/>
                  </a:lnTo>
                  <a:cubicBezTo>
                    <a:pt x="1410117" y="0"/>
                    <a:pt x="1418711" y="3560"/>
                    <a:pt x="1425047" y="9896"/>
                  </a:cubicBezTo>
                  <a:cubicBezTo>
                    <a:pt x="1431383" y="16232"/>
                    <a:pt x="1434943" y="24826"/>
                    <a:pt x="1434943" y="33787"/>
                  </a:cubicBezTo>
                  <a:lnTo>
                    <a:pt x="1434943" y="1616899"/>
                  </a:lnTo>
                  <a:cubicBezTo>
                    <a:pt x="1434943" y="1625860"/>
                    <a:pt x="1431383" y="1634454"/>
                    <a:pt x="1425047" y="1640790"/>
                  </a:cubicBezTo>
                  <a:cubicBezTo>
                    <a:pt x="1418711" y="1647127"/>
                    <a:pt x="1410117" y="1650686"/>
                    <a:pt x="1401156" y="1650686"/>
                  </a:cubicBezTo>
                  <a:lnTo>
                    <a:pt x="33787" y="1650686"/>
                  </a:lnTo>
                  <a:cubicBezTo>
                    <a:pt x="24826" y="1650686"/>
                    <a:pt x="16232" y="1647127"/>
                    <a:pt x="9896" y="1640790"/>
                  </a:cubicBezTo>
                  <a:cubicBezTo>
                    <a:pt x="3560" y="1634454"/>
                    <a:pt x="0" y="1625860"/>
                    <a:pt x="0" y="1616899"/>
                  </a:cubicBezTo>
                  <a:lnTo>
                    <a:pt x="0" y="33787"/>
                  </a:lnTo>
                  <a:cubicBezTo>
                    <a:pt x="0" y="24826"/>
                    <a:pt x="3560" y="16232"/>
                    <a:pt x="9896" y="9896"/>
                  </a:cubicBezTo>
                  <a:cubicBezTo>
                    <a:pt x="16232" y="3560"/>
                    <a:pt x="24826" y="0"/>
                    <a:pt x="33787" y="0"/>
                  </a:cubicBezTo>
                  <a:close/>
                </a:path>
              </a:pathLst>
            </a:custGeom>
            <a:solidFill>
              <a:srgbClr val="F8500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﻿Declared some header files like Vehicle.h, car.h, bike.h, rental.h and customer.h and added them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to our main file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031495" cy="5168769"/>
            <a:chOff x="0" y="0"/>
            <a:chExt cx="1325168" cy="1361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5167" cy="1361322"/>
            </a:xfrm>
            <a:custGeom>
              <a:avLst/>
              <a:gdLst/>
              <a:ahLst/>
              <a:cxnLst/>
              <a:rect r="r" b="b" t="t" l="l"/>
              <a:pathLst>
                <a:path h="1361322" w="1325167">
                  <a:moveTo>
                    <a:pt x="30774" y="0"/>
                  </a:moveTo>
                  <a:lnTo>
                    <a:pt x="1294394" y="0"/>
                  </a:lnTo>
                  <a:cubicBezTo>
                    <a:pt x="1311390" y="0"/>
                    <a:pt x="1325167" y="13778"/>
                    <a:pt x="1325167" y="30774"/>
                  </a:cubicBezTo>
                  <a:lnTo>
                    <a:pt x="1325167" y="1330548"/>
                  </a:lnTo>
                  <a:cubicBezTo>
                    <a:pt x="1325167" y="1338710"/>
                    <a:pt x="1321925" y="1346537"/>
                    <a:pt x="1316154" y="1352309"/>
                  </a:cubicBezTo>
                  <a:cubicBezTo>
                    <a:pt x="1310383" y="1358080"/>
                    <a:pt x="1302555" y="1361322"/>
                    <a:pt x="1294394" y="1361322"/>
                  </a:cubicBezTo>
                  <a:lnTo>
                    <a:pt x="30774" y="1361322"/>
                  </a:lnTo>
                  <a:cubicBezTo>
                    <a:pt x="13778" y="1361322"/>
                    <a:pt x="0" y="1347544"/>
                    <a:pt x="0" y="1330548"/>
                  </a:cubicBezTo>
                  <a:lnTo>
                    <a:pt x="0" y="30774"/>
                  </a:lnTo>
                  <a:cubicBezTo>
                    <a:pt x="0" y="13778"/>
                    <a:pt x="13778" y="0"/>
                    <a:pt x="30774" y="0"/>
                  </a:cubicBezTo>
                  <a:close/>
                </a:path>
              </a:pathLst>
            </a:custGeom>
            <a:solidFill>
              <a:srgbClr val="15789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25168" cy="1389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﻿Then we used them to our program as per we needed them and as they were declared universally, 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 could use them anywhere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4664014" cy="5168769"/>
            <a:chOff x="0" y="0"/>
            <a:chExt cx="1228382" cy="1361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8382" cy="1361322"/>
            </a:xfrm>
            <a:custGeom>
              <a:avLst/>
              <a:gdLst/>
              <a:ahLst/>
              <a:cxnLst/>
              <a:rect r="r" b="b" t="t" l="l"/>
              <a:pathLst>
                <a:path h="1361322" w="1228382">
                  <a:moveTo>
                    <a:pt x="33199" y="0"/>
                  </a:moveTo>
                  <a:lnTo>
                    <a:pt x="1195184" y="0"/>
                  </a:lnTo>
                  <a:cubicBezTo>
                    <a:pt x="1213519" y="0"/>
                    <a:pt x="1228382" y="14863"/>
                    <a:pt x="1228382" y="33199"/>
                  </a:cubicBezTo>
                  <a:lnTo>
                    <a:pt x="1228382" y="1328123"/>
                  </a:lnTo>
                  <a:cubicBezTo>
                    <a:pt x="1228382" y="1346459"/>
                    <a:pt x="1213519" y="1361322"/>
                    <a:pt x="1195184" y="1361322"/>
                  </a:cubicBezTo>
                  <a:lnTo>
                    <a:pt x="33199" y="1361322"/>
                  </a:lnTo>
                  <a:cubicBezTo>
                    <a:pt x="14863" y="1361322"/>
                    <a:pt x="0" y="1346459"/>
                    <a:pt x="0" y="1328123"/>
                  </a:cubicBezTo>
                  <a:lnTo>
                    <a:pt x="0" y="33199"/>
                  </a:lnTo>
                  <a:cubicBezTo>
                    <a:pt x="0" y="14863"/>
                    <a:pt x="14863" y="0"/>
                    <a:pt x="33199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28382" cy="1389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lastly, we calculated the expected cost as per the customer's selection of vehicle and </a:t>
              </a:r>
            </a:p>
            <a:p>
              <a:pPr algn="ctr">
                <a:lnSpc>
                  <a:spcPts val="1960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gave them the info they needed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55" y="3892550"/>
            <a:ext cx="711200" cy="711200"/>
            <a:chOff x="0" y="0"/>
            <a:chExt cx="948267" cy="94826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48267" cy="948267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8443" lIns="38443" bIns="38443" rIns="38443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72234"/>
              <a:ext cx="948267" cy="65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5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1700" y="3892550"/>
            <a:ext cx="711200" cy="711200"/>
            <a:chOff x="0" y="0"/>
            <a:chExt cx="948267" cy="94826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48267" cy="948267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8443" lIns="38443" bIns="38443" rIns="38443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72234"/>
              <a:ext cx="948267" cy="65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5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00508" y="3892550"/>
            <a:ext cx="711200" cy="711200"/>
            <a:chOff x="0" y="0"/>
            <a:chExt cx="948267" cy="94826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48267" cy="948267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38443" lIns="38443" bIns="38443" rIns="38443"/>
              <a:lstStyle/>
              <a:p>
                <a:pPr algn="ctr" marL="0" indent="0" lvl="0">
                  <a:lnSpc>
                    <a:spcPts val="19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72234"/>
              <a:ext cx="948267" cy="65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5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105025" y="1028700"/>
            <a:ext cx="140779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3131"/>
                </a:solidFill>
                <a:latin typeface="Montserrat"/>
                <a:ea typeface="Montserrat"/>
                <a:cs typeface="Montserrat"/>
                <a:sym typeface="Montserrat"/>
              </a:rPr>
              <a:t>What we did?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31103" y="192891"/>
            <a:ext cx="13756897" cy="9901219"/>
          </a:xfrm>
          <a:custGeom>
            <a:avLst/>
            <a:gdLst/>
            <a:ahLst/>
            <a:cxnLst/>
            <a:rect r="r" b="b" t="t" l="l"/>
            <a:pathLst>
              <a:path h="9901219" w="13756897">
                <a:moveTo>
                  <a:pt x="0" y="0"/>
                </a:moveTo>
                <a:lnTo>
                  <a:pt x="13756897" y="0"/>
                </a:lnTo>
                <a:lnTo>
                  <a:pt x="13756897" y="9901218"/>
                </a:lnTo>
                <a:lnTo>
                  <a:pt x="0" y="9901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02" t="0" r="-612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4856493" cy="7233285"/>
            <a:chOff x="0" y="0"/>
            <a:chExt cx="6475324" cy="96443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247900"/>
              <a:ext cx="6475324" cy="7396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Vehicle Rental System project demonstrates the practical application of Object-Oriented Programming concepts such as encapsulation, inheritance, polymorphism, and abstraction. It provides an efficient way to manage vehicles, customers, and rental operations through a structured and modular approach. This project not only enhances programming and problem-solving skills but also shows how real-world problems can be solved using well-designed software systems.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6475324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679"/>
                </a:lnSpc>
                <a:spcBef>
                  <a:spcPct val="0"/>
                </a:spcBef>
              </a:pPr>
              <a:r>
                <a:rPr lang="en-US" sz="6399">
                  <a:solidFill>
                    <a:srgbClr val="213FA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DAHFWVT5Uyo</dc:identifier>
  <dcterms:modified xsi:type="dcterms:W3CDTF">2011-08-01T06:04:30Z</dcterms:modified>
  <cp:revision>1</cp:revision>
  <dc:title>===== VEHICLE RENTAL SYSTEM ===== 1. Rent Vehicle 2. Exit Enter choice: 1 Enter customer name: Rahul Select Vehicle: 1. Car 2. Bike 2 Enter number of days: 2 --- Bike Details --- Vehicle: Sports Bike Price per day: 800 Type: Bike Customer: Rahul Total</dc:title>
</cp:coreProperties>
</file>